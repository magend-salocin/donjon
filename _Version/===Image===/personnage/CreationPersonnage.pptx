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20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9E81-AB5F-422F-BEB0-AB27CEC2874D}" type="datetimeFigureOut">
              <a:rPr lang="fr-FR" smtClean="0"/>
              <a:t>16/10/2008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7987E-61E0-466F-8211-0B200926B0CF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9E81-AB5F-422F-BEB0-AB27CEC2874D}" type="datetimeFigureOut">
              <a:rPr lang="fr-FR" smtClean="0"/>
              <a:t>16/10/2008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7987E-61E0-466F-8211-0B200926B0CF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9E81-AB5F-422F-BEB0-AB27CEC2874D}" type="datetimeFigureOut">
              <a:rPr lang="fr-FR" smtClean="0"/>
              <a:t>16/10/2008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7987E-61E0-466F-8211-0B200926B0CF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9E81-AB5F-422F-BEB0-AB27CEC2874D}" type="datetimeFigureOut">
              <a:rPr lang="fr-FR" smtClean="0"/>
              <a:t>16/10/2008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7987E-61E0-466F-8211-0B200926B0CF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9E81-AB5F-422F-BEB0-AB27CEC2874D}" type="datetimeFigureOut">
              <a:rPr lang="fr-FR" smtClean="0"/>
              <a:t>16/10/2008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7987E-61E0-466F-8211-0B200926B0CF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9E81-AB5F-422F-BEB0-AB27CEC2874D}" type="datetimeFigureOut">
              <a:rPr lang="fr-FR" smtClean="0"/>
              <a:t>16/10/2008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7987E-61E0-466F-8211-0B200926B0CF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9E81-AB5F-422F-BEB0-AB27CEC2874D}" type="datetimeFigureOut">
              <a:rPr lang="fr-FR" smtClean="0"/>
              <a:t>16/10/2008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7987E-61E0-466F-8211-0B200926B0CF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9E81-AB5F-422F-BEB0-AB27CEC2874D}" type="datetimeFigureOut">
              <a:rPr lang="fr-FR" smtClean="0"/>
              <a:t>16/10/2008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7987E-61E0-466F-8211-0B200926B0CF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9E81-AB5F-422F-BEB0-AB27CEC2874D}" type="datetimeFigureOut">
              <a:rPr lang="fr-FR" smtClean="0"/>
              <a:t>16/10/2008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7987E-61E0-466F-8211-0B200926B0CF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9E81-AB5F-422F-BEB0-AB27CEC2874D}" type="datetimeFigureOut">
              <a:rPr lang="fr-FR" smtClean="0"/>
              <a:t>16/10/2008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7987E-61E0-466F-8211-0B200926B0CF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9E81-AB5F-422F-BEB0-AB27CEC2874D}" type="datetimeFigureOut">
              <a:rPr lang="fr-FR" smtClean="0"/>
              <a:t>16/10/2008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7987E-61E0-466F-8211-0B200926B0CF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A39E81-AB5F-422F-BEB0-AB27CEC2874D}" type="datetimeFigureOut">
              <a:rPr lang="fr-FR" smtClean="0"/>
              <a:t>16/10/2008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C7987E-61E0-466F-8211-0B200926B0CF}" type="slidenum">
              <a:rPr lang="fr-FR" smtClean="0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F:\Projet-hero-quest\hero quest\personnage\CarteHeroDefault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14290"/>
            <a:ext cx="3228975" cy="452437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029" name="Picture 5" descr="F:\Projet-hero-quest\hero quest\personnage\LeGuerrier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14480" y="2285992"/>
            <a:ext cx="1652606" cy="2300249"/>
          </a:xfrm>
          <a:prstGeom prst="rect">
            <a:avLst/>
          </a:prstGeom>
          <a:noFill/>
        </p:spPr>
      </p:pic>
      <p:pic>
        <p:nvPicPr>
          <p:cNvPr id="1030" name="Picture 6" descr="F:\Projet-hero-quest\hero quest\personnage\carte du héro le guerrier.bmp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57686" y="285728"/>
            <a:ext cx="3228975" cy="4524375"/>
          </a:xfrm>
          <a:prstGeom prst="rect">
            <a:avLst/>
          </a:prstGeom>
          <a:noFill/>
        </p:spPr>
      </p:pic>
      <p:sp>
        <p:nvSpPr>
          <p:cNvPr id="9" name="Rectangle 8"/>
          <p:cNvSpPr/>
          <p:nvPr/>
        </p:nvSpPr>
        <p:spPr>
          <a:xfrm>
            <a:off x="642910" y="405450"/>
            <a:ext cx="2428892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i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latin typeface="Copperplate Gothic Bold" pitchFamily="34" charset="0"/>
              </a:rPr>
              <a:t>Le </a:t>
            </a:r>
            <a:r>
              <a:rPr lang="en-US" sz="2400" b="1" i="1" cap="none" spc="-30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latin typeface="Copperplate Gothic Bold" pitchFamily="34" charset="0"/>
              </a:rPr>
              <a:t>Guerrier</a:t>
            </a:r>
            <a:endParaRPr lang="en-US" sz="2400" b="1" i="1" cap="none" spc="-30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latin typeface="Copperplate Gothic Bold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85918" y="1071546"/>
            <a:ext cx="15001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>
                <a:latin typeface="French Script MT" pitchFamily="66" charset="0"/>
              </a:rPr>
              <a:t>hfghfghfhfhfghfhfghfghfhfghfghfghfghfghfghfghfghfghfggggggggggggggggggggggggggggggggggggggggggggggggggggggggggggggg.</a:t>
            </a:r>
            <a:endParaRPr lang="fr-FR" sz="1200" dirty="0">
              <a:latin typeface="French Script MT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5786" y="2285992"/>
            <a:ext cx="2857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pperplate Gothic Bold" pitchFamily="34" charset="0"/>
              </a:rPr>
              <a:t>2</a:t>
            </a:r>
            <a:endParaRPr lang="fr-FR" sz="9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pperplate Gothic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7224" y="3881770"/>
            <a:ext cx="2857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pperplate Gothic Bold" pitchFamily="34" charset="0"/>
              </a:rPr>
              <a:t>2</a:t>
            </a:r>
            <a:endParaRPr lang="fr-FR" sz="9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pperplate Gothic Bold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5786" y="4034170"/>
            <a:ext cx="2857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pperplate Gothic Bold" pitchFamily="34" charset="0"/>
              </a:rPr>
              <a:t>2</a:t>
            </a:r>
            <a:endParaRPr lang="fr-FR" sz="9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pperplate Gothic Bold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5786" y="2643182"/>
            <a:ext cx="2857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pperplate Gothic Bold" pitchFamily="34" charset="0"/>
              </a:rPr>
              <a:t>2</a:t>
            </a:r>
            <a:endParaRPr lang="fr-FR" sz="9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pperplate Gothic Bold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5786" y="2953076"/>
            <a:ext cx="2857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pperplate Gothic Bold" pitchFamily="34" charset="0"/>
              </a:rPr>
              <a:t>2</a:t>
            </a:r>
            <a:endParaRPr lang="fr-FR" sz="9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pperplate Gothic Bold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F:\Projet-hero-quest\testnico\img\texture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71514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1" y="357166"/>
            <a:ext cx="5954745" cy="4357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75884" y="357166"/>
            <a:ext cx="2403504" cy="328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</Words>
  <Application>Microsoft Office PowerPoint</Application>
  <PresentationFormat>On-screen Show (4:3)</PresentationFormat>
  <Paragraphs>7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Softminders</dc:creator>
  <cp:lastModifiedBy>Softminders</cp:lastModifiedBy>
  <cp:revision>5</cp:revision>
  <dcterms:created xsi:type="dcterms:W3CDTF">2008-10-16T14:51:27Z</dcterms:created>
  <dcterms:modified xsi:type="dcterms:W3CDTF">2008-10-16T15:19:34Z</dcterms:modified>
</cp:coreProperties>
</file>